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7b8d206354f54" /><Relationship Type="http://schemas.openxmlformats.org/officeDocument/2006/relationships/extended-properties" Target="/docProps/app.xml" Id="R757de43ce0c34b04" /><Relationship Type="http://schemas.openxmlformats.org/officeDocument/2006/relationships/officeDocument" Target="/ppt/presentation.xml" Id="R52814a060627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a6bf8780ff4531"/>
  </p:sldMasterIdLst>
  <p:notesMasterIdLst>
    <p:notesMasterId xmlns:r="http://schemas.openxmlformats.org/officeDocument/2006/relationships" r:id="R92ee1ff276284dbc"/>
  </p:notesMasterIdLst>
  <p:sldIdLst>
    <p:sldId xmlns:r="http://schemas.openxmlformats.org/officeDocument/2006/relationships" id="256" r:id="R667aaaf9cd7345ea"/>
    <p:sldId xmlns:r="http://schemas.openxmlformats.org/officeDocument/2006/relationships" id="257" r:id="R8eaaaffc88d54bde"/>
    <p:sldId xmlns:r="http://schemas.openxmlformats.org/officeDocument/2006/relationships" id="258" r:id="R6f913e91e54346cc"/>
    <p:sldId xmlns:r="http://schemas.openxmlformats.org/officeDocument/2006/relationships" id="259" r:id="Rde907a53c32c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96945a3539430e" /><Relationship Type="http://schemas.openxmlformats.org/officeDocument/2006/relationships/slideMaster" Target="/ppt/slideMasters/slideMaster1.xml" Id="Rf8a6bf8780ff4531" /><Relationship Type="http://schemas.openxmlformats.org/officeDocument/2006/relationships/notesMaster" Target="/ppt/notesMasters/notesMaster1.xml" Id="R92ee1ff276284dbc" /><Relationship Type="http://schemas.openxmlformats.org/officeDocument/2006/relationships/presProps" Target="/ppt/presProps.xml" Id="R6debeb1a3a8e45e5" /><Relationship Type="http://schemas.openxmlformats.org/officeDocument/2006/relationships/tableStyles" Target="/ppt/tableStyles.xml" Id="Rd621fa3c6b394f1c" /><Relationship Type="http://schemas.openxmlformats.org/officeDocument/2006/relationships/slide" Target="/ppt/slides/slide1.xml" Id="R667aaaf9cd7345ea" /><Relationship Type="http://schemas.openxmlformats.org/officeDocument/2006/relationships/slide" Target="/ppt/slides/slide2.xml" Id="R8eaaaffc88d54bde" /><Relationship Type="http://schemas.openxmlformats.org/officeDocument/2006/relationships/slide" Target="/ppt/slides/slide3.xml" Id="R6f913e91e54346cc" /><Relationship Type="http://schemas.openxmlformats.org/officeDocument/2006/relationships/slide" Target="/ppt/slides/slide4.xml" Id="Rde907a53c32c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77eafcad9048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8f966b4684119" /><Relationship Type="http://schemas.openxmlformats.org/officeDocument/2006/relationships/notesMaster" Target="/ppt/notesMasters/notesMaster1.xml" Id="Rbcb5488cd268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7a39c97d64dd4" /><Relationship Type="http://schemas.openxmlformats.org/officeDocument/2006/relationships/notesMaster" Target="/ppt/notesMasters/notesMaster1.xml" Id="Reea11d20ac34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a4b62379b4573" /><Relationship Type="http://schemas.openxmlformats.org/officeDocument/2006/relationships/notesMaster" Target="/ppt/notesMasters/notesMaster1.xml" Id="Ra4b0e24c19c34f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32f1f3a0c345f3" /><Relationship Type="http://schemas.openxmlformats.org/officeDocument/2006/relationships/notesMaster" Target="/ppt/notesMasters/notesMaster1.xml" Id="R19ba0f97bf74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918176cd048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86cdb09574f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91d645a344a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b4018425f4c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6e82021894b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8a0042e06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692918-0BDB-4F47-BB6C-38841BCF8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5F6A2F-8DC0-42FA-9C5B-9FC2237C84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271175-DECF-4F94-AE4C-268D0DADA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608E95-C054-470B-B6FE-944D554ED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80FACC-EE35-4BC0-B9D0-E675C35F1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43CCC1-05FD-4B06-9B79-3964CD2AA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3DE4E8-E010-487E-9354-BF46919B6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1A7E08-4D03-409C-8DF7-1072A2D4D2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D627FD-0683-4B48-8B26-8341C25F7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71B77E-655D-47EC-96CC-89A551959C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2f2b4a1a454d6d" /><Relationship Type="http://schemas.openxmlformats.org/officeDocument/2006/relationships/slideLayout" Target="/ppt/slideLayouts/slideLayout1.xml" Id="Rac643461b48a41e3" /><Relationship Type="http://schemas.openxmlformats.org/officeDocument/2006/relationships/slideLayout" Target="/ppt/slideLayouts/slideLayout2.xml" Id="Rcefee95a67984ed3" /><Relationship Type="http://schemas.openxmlformats.org/officeDocument/2006/relationships/slideLayout" Target="/ppt/slideLayouts/slideLayout3.xml" Id="R7166b0a9bb1242a1" /><Relationship Type="http://schemas.openxmlformats.org/officeDocument/2006/relationships/slideLayout" Target="/ppt/slideLayouts/slideLayout4.xml" Id="R3a6ddac574ee46cb" /><Relationship Type="http://schemas.openxmlformats.org/officeDocument/2006/relationships/slideLayout" Target="/ppt/slideLayouts/slideLayout5.xml" Id="Rad00bf277d3c47ee" /><Relationship Type="http://schemas.openxmlformats.org/officeDocument/2006/relationships/slideLayout" Target="/ppt/slideLayouts/slideLayout6.xml" Id="R5233c8b998fd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43461b48a41e3"/>
    <p:sldLayoutId xmlns:r="http://schemas.openxmlformats.org/officeDocument/2006/relationships" id="2147483650" r:id="Rcefee95a67984ed3"/>
    <p:sldLayoutId xmlns:r="http://schemas.openxmlformats.org/officeDocument/2006/relationships" id="2147483651" r:id="R7166b0a9bb1242a1"/>
    <p:sldLayoutId xmlns:r="http://schemas.openxmlformats.org/officeDocument/2006/relationships" id="2147483652" r:id="R3a6ddac574ee46cb"/>
    <p:sldLayoutId xmlns:r="http://schemas.openxmlformats.org/officeDocument/2006/relationships" id="2147483653" r:id="Rad00bf277d3c47ee"/>
    <p:sldLayoutId xmlns:r="http://schemas.openxmlformats.org/officeDocument/2006/relationships" id="2147483654" r:id="R5233c8b998fd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6f386d9744e89" /><Relationship Type="http://schemas.openxmlformats.org/officeDocument/2006/relationships/image" Target="/ppt/media/image.jpeg" Id="Reeef34328cd04b3e" /><Relationship Type="http://schemas.openxmlformats.org/officeDocument/2006/relationships/notesSlide" Target="/ppt/notesSlides/notesSlide1.xml" Id="Rc90ab99026b5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da19f56cb4438" /><Relationship Type="http://schemas.openxmlformats.org/officeDocument/2006/relationships/image" Target="/ppt/media/image2.jpeg" Id="Reaca5f6a0ad642b1" /><Relationship Type="http://schemas.openxmlformats.org/officeDocument/2006/relationships/notesSlide" Target="/ppt/notesSlides/notesSlide2.xml" Id="R06abf79b8bb9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35417967d4f32" /><Relationship Type="http://schemas.openxmlformats.org/officeDocument/2006/relationships/chart" Target="/ppt/slides/charts/chart1.xml" Id="Re2eb3bc6b57f450c" /><Relationship Type="http://schemas.openxmlformats.org/officeDocument/2006/relationships/notesSlide" Target="/ppt/notesSlides/notesSlide3.xml" Id="R3f75eafaa974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d54acfe8874f94" /><Relationship Type="http://schemas.openxmlformats.org/officeDocument/2006/relationships/notesSlide" Target="/ppt/notesSlides/notesSlide4.xml" Id="R0f95e54fa41e441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Paired latency speedup by experiment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Candidate / reference</c:v>
          </c:tx>
          <c:spPr>
            <a:solidFill xmlns:a="http://schemas.openxmlformats.org/drawingml/2006/main">
              <a:srgbClr val="347D70"/>
            </a:solidFill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Baseline</c:v>
                </c:pt>
                <c:pt idx="1">
                  <c:v>Batch formation</c:v>
                </c:pt>
                <c:pt idx="2">
                  <c:v>Reuse spans</c:v>
                </c:pt>
                <c:pt idx="3">
                  <c:v>Regression</c:v>
                </c:pt>
              </c:strCache>
            </c:strRef>
          </c:cat>
          <c:val>
            <c:numRef>
              <c:f>'Chart Data'!$B$2:$B$5</c:f>
              <c:numCache>
                <c:formatCode>0.0"×"</c:formatCode>
                <c:ptCount val="4"/>
                <c:pt idx="0">
                  <c:v>1</c:v>
                </c:pt>
                <c:pt idx="1">
                  <c:v>1.18</c:v>
                </c:pt>
                <c:pt idx="2">
                  <c:v>1.36</c:v>
                </c:pt>
                <c:pt idx="3">
                  <c:v>1.31</c:v>
                </c:pt>
              </c:numCache>
            </c:numRef>
          </c:val>
        </c:ser>
        <c:dLbls>
          <c:numFmt formatCode="0.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DE"/>
              </a:solidFill>
            </a:ln>
          </c:spPr>
        </c:majorGridlines>
        <c:numFmt formatCode="0.0&quot;×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EE02-45DF-4616-90E3-31B86B3D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obsrv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5167B-47EC-4079-A496-C4A9220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See what your inference changes improve.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E24E9-854D-4D78-B356-C010F53F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5CD9-D739-4477-A939-43E5A70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FF246-436E-47C2-839F-E50DA33D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Compare a baseline with a candidate.</a:t>
            </a:r>
          </a:p>
          <a:p xmlns:a="http://schemas.openxmlformats.org/drawingml/2006/main">
            <a: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Keep the evidence behind every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E7294-1A1D-4CC4-B5AD-562103A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Paired latency and throughput</a:t>
            </a:r>
          </a:p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GPU activity alongside request demand</a:t>
            </a:r>
          </a:p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Experiment history and structured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4A3EE-015E-42C0-8F89-4B8D42F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Self-hosted Python library + dashboard</a:t>
            </a:r>
          </a:p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No account. No hosted telemetry service.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A75DC-2E5D-476E-A91A-441275F5A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f34328cd04b3e"/>
          <a:stretch xmlns:a="http://schemas.openxmlformats.org/drawingml/2006/main"/>
        </p:blipFill>
        <p:spPr>
          <a:xfrm xmlns:a="http://schemas.openxmlformats.org/drawingml/2006/main">
            <a:off x="5181244" y="1762125"/>
            <a:ext cx="6163387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01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71B5D-BB7F-41DF-8C04-CE88CE98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obsrv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DA978-A411-48E2-8542-2CE4E4B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Two deployments. One view of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FCB1-45F1-447C-A7BB-C1ECD82E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D9191-F364-43BD-80A9-D8E73C7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128D-691C-4146-BA51-97D819105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a5f6a0ad642b1"/>
          <a:stretch xmlns:a="http://schemas.openxmlformats.org/drawingml/2006/main"/>
        </p:blipFill>
        <p:spPr>
          <a:xfrm xmlns:a="http://schemas.openxmlformats.org/drawingml/2006/main">
            <a:off x="1209846" y="1714500"/>
            <a:ext cx="609565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AEC15-D4A3-45DC-B923-229B127B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Where is capacity going?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75A83-D234-43DD-8F8D-9D102B36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Compare GPU engine activity and estimated inactivity on covered intervals.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AA4A8-2E36-4C5D-B959-14D10DB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Missing data reduces coverage.</a:t>
            </a:r>
          </a:p>
          <a:p xmlns:a="http://schemas.openxmlformats.org/drawingml/2006/main">
            <a: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Idle with demand is a clue to investigate, not a diagnosis.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17CA2-B895-492A-8745-CDD9C719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SCREENSHOT: SYNTHETIC DEMO</a:t>
            </a:r>
          </a:p>
        </p:txBody>
      </p:sp>
    </p:spTree>
    <p:extLst>
      <p:ext uri="{BB962C8B-B14F-4D97-AF65-F5344CB8AC3E}">
        <p14:creationId xmlns:p14="http://schemas.microsoft.com/office/powerpoint/2010/main" val="388458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694B9-037F-4E2A-A959-D48D7B7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obsrv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335E-50C0-4197-93FF-B5A1AE90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Make every experiment reviewable.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8688B-2E2A-4D51-A1B6-3CE5A408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ECD57-75C5-4115-8C67-BA444301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08AFC9B-2A4F-4DD7-B91B-63ADA9BBE3D4}"/>
              </a:ext>
            </a:extLst>
          </p:cNvPr>
          <p:cNvGraphicFramePr/>
          <p:nvPr/>
        </p:nvGraphicFramePr>
        <p:xfrm>
          <a:off xmlns:a="http://schemas.openxmlformats.org/drawingml/2006/main" x="495300" y="19050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eb3bc6b57f450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558B-41B2-4C67-9E34-A6729FEF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1× = parity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ADC7D-29BB-4DA1-A0C8-9683F2F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05125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Each point compares one candidate with its own paired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5AA50-2E41-481B-A610-882978D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3000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Retain regressions. Verify output agreement. Use a fixed workload and latency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B441E-110E-44FD-B9B2-3E0A6F0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ILLUSTRATIVE DATA — NOT MEASURED GAINS</a:t>
            </a:r>
          </a:p>
        </p:txBody>
      </p:sp>
    </p:spTree>
    <p:extLst>
      <p:ext uri="{BB962C8B-B14F-4D97-AF65-F5344CB8AC3E}">
        <p14:creationId xmlns:p14="http://schemas.microsoft.com/office/powerpoint/2010/main" val="427809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D8F3-A00A-49A2-9815-57E06AB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obsrv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63EC0-6615-45A9-A997-F0DD04AA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Give people and agents the same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0CD40-A09A-4716-AC23-661BCBE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D7EA2-36B1-4250-8A62-CF79600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10DD0-B2E1-4519-94A5-CBC1757B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01  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43B62-3427-4E6C-8641-E1F7105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Collect NVIDIA DCGM and serving metrics outside the request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0AA29-D968-47A1-B209-7B9DC20B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02  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DD526-6DC8-44A5-B6CF-C4A2401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Replay the same workload against baseline and candidate. Record paired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958AB-B744-4140-A324-48CBC958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03 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62F0B-8551-4E62-9403-0DA9BC6E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14625"/>
            <a:ext cx="3190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Inspect latency, throughput, correctness claims and GPU coverage before keeping a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806E8-0931-48D7-9785-E92257F1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120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SQLite captures  →  JSON evidence  →  dashboard + optimization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8CD72-4767-48AA-98AF-BEFF072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Alpha: real NVIDIA deployments still need hardware validation. Apple host counters are system-wide.</a:t>
            </a:r>
          </a:p>
        </p:txBody>
      </p:sp>
    </p:spTree>
    <p:extLst>
      <p:ext uri="{BB962C8B-B14F-4D97-AF65-F5344CB8AC3E}">
        <p14:creationId xmlns:p14="http://schemas.microsoft.com/office/powerpoint/2010/main" val="1471136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2026-10-08T20:46:48.9240000Z</dcterms:created>
  <dcterms:modified xsi:type="dcterms:W3CDTF">2026-10-08T20:46:48.9240000Z</dcterms:modified>
</coreProperties>
</file>